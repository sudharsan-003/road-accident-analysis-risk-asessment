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27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85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28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619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3946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6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90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5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33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17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6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8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588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67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Road Accident Analysis and Risk Assessment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181681"/>
            <a:ext cx="8229600" cy="533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400" i="1" dirty="0"/>
              <a:t>Presented by Sudharsan R</a:t>
            </a:r>
            <a:r>
              <a:rPr lang="en-US" sz="2400" i="1" dirty="0"/>
              <a:t>aamakrishnan</a:t>
            </a:r>
            <a:endParaRPr sz="2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605"/>
            <a:ext cx="7909560" cy="1011254"/>
          </a:xfrm>
        </p:spPr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34001"/>
          </a:xfrm>
        </p:spPr>
        <p:txBody>
          <a:bodyPr>
            <a:normAutofit/>
          </a:bodyPr>
          <a:lstStyle/>
          <a:p>
            <a:r>
              <a:rPr lang="en-US" sz="2400" dirty="0"/>
              <a:t>This project focuses on analyzing road accident data to uncover patterns, trends, and risk factors that contribute to accidents.</a:t>
            </a:r>
          </a:p>
          <a:p>
            <a:r>
              <a:rPr lang="en-US" sz="2400" dirty="0"/>
              <a:t>An interactive dashboard was developed to provide insights into accident distribution based on time, location, severity, and other influencing factors.</a:t>
            </a:r>
          </a:p>
          <a:p>
            <a:r>
              <a:rPr lang="en-US" sz="2400" dirty="0"/>
              <a:t>The primary objective is to enable data-driven decision-making by presenting complex data in a clear and visually intuitive manner, ultimately contributing to improved road safety and risk management.</a:t>
            </a:r>
          </a:p>
          <a:p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562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Road accidents are a critical public safety issue, leading to significant loss of life, injuries, and economic damage every year.</a:t>
            </a:r>
          </a:p>
          <a:p>
            <a:pPr marL="0" indent="0">
              <a:buNone/>
            </a:pPr>
            <a:r>
              <a:rPr lang="en-US" sz="2400" dirty="0"/>
              <a:t>Key problems include:</a:t>
            </a:r>
          </a:p>
          <a:p>
            <a:r>
              <a:rPr lang="en-US" sz="2400" dirty="0"/>
              <a:t>Difficulty in identifying accident-prone regions </a:t>
            </a:r>
          </a:p>
          <a:p>
            <a:r>
              <a:rPr lang="en-US" sz="2400" dirty="0"/>
              <a:t>Lack of clarity on time-based accident patterns </a:t>
            </a:r>
          </a:p>
          <a:p>
            <a:r>
              <a:rPr lang="en-US" sz="2400" dirty="0"/>
              <a:t>Limited understanding of contributing factors such as road conditions, weather, and driver behavior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project aims to address these challenges by transforming raw accident data into an interactive and insightful dashboard that supports data-driven decision-making for improving road safety.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407" y="147484"/>
            <a:ext cx="7718322" cy="1278193"/>
          </a:xfrm>
        </p:spPr>
        <p:txBody>
          <a:bodyPr/>
          <a:lstStyle/>
          <a:p>
            <a:r>
              <a:rPr dirty="0"/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407" y="1759975"/>
            <a:ext cx="7718322" cy="3980054"/>
          </a:xfrm>
        </p:spPr>
        <p:txBody>
          <a:bodyPr>
            <a:normAutofit/>
          </a:bodyPr>
          <a:lstStyle/>
          <a:p>
            <a:r>
              <a:rPr sz="2400" dirty="0"/>
              <a:t>Source: Kaggle</a:t>
            </a:r>
          </a:p>
          <a:p>
            <a:r>
              <a:rPr lang="en-US" sz="2400" dirty="0"/>
              <a:t>Size: </a:t>
            </a:r>
            <a:r>
              <a:rPr sz="2400" dirty="0"/>
              <a:t>20,000 r</a:t>
            </a:r>
            <a:r>
              <a:rPr lang="en-US" sz="2400" dirty="0"/>
              <a:t>ows</a:t>
            </a:r>
            <a:endParaRPr sz="2400" dirty="0"/>
          </a:p>
          <a:p>
            <a:r>
              <a:rPr sz="2400" dirty="0"/>
              <a:t>Fields: </a:t>
            </a:r>
            <a:r>
              <a:rPr lang="en-US" sz="2400" dirty="0"/>
              <a:t>Time</a:t>
            </a:r>
            <a:r>
              <a:rPr sz="2400" dirty="0"/>
              <a:t>, Location,</a:t>
            </a:r>
            <a:r>
              <a:rPr lang="en-US" sz="2400" dirty="0"/>
              <a:t> Accident</a:t>
            </a:r>
            <a:r>
              <a:rPr sz="2400" dirty="0"/>
              <a:t> Severity,</a:t>
            </a:r>
            <a:r>
              <a:rPr lang="en-US" sz="2400" dirty="0"/>
              <a:t> Accident Causes, Road Type, Vehicles, Total Casualties, Weather </a:t>
            </a:r>
            <a:r>
              <a:rPr lang="en-US" sz="2400" dirty="0" err="1"/>
              <a:t>Conditons</a:t>
            </a:r>
            <a:r>
              <a:rPr lang="en-US" sz="2400" dirty="0"/>
              <a:t>, Risk Level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Advanced Excel: Data Cleaning</a:t>
            </a:r>
          </a:p>
          <a:p>
            <a:r>
              <a:rPr sz="2400" dirty="0"/>
              <a:t>Power BI: </a:t>
            </a:r>
            <a:r>
              <a:rPr lang="en-US" sz="2400" dirty="0"/>
              <a:t>PQE Editor, </a:t>
            </a:r>
            <a:r>
              <a:rPr sz="2400" dirty="0"/>
              <a:t>ETL, Modeling,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Removed duplicates</a:t>
            </a:r>
          </a:p>
          <a:p>
            <a:r>
              <a:rPr sz="2400" dirty="0"/>
              <a:t>Handled missing values</a:t>
            </a:r>
          </a:p>
          <a:p>
            <a:r>
              <a:rPr sz="2400" dirty="0"/>
              <a:t>Standardized formats</a:t>
            </a:r>
          </a:p>
          <a:p>
            <a:r>
              <a:rPr sz="2400" dirty="0"/>
              <a:t>Used Power Query for ETL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3394" y="2638045"/>
            <a:ext cx="7128387" cy="3546445"/>
          </a:xfrm>
        </p:spPr>
        <p:txBody>
          <a:bodyPr>
            <a:normAutofit/>
          </a:bodyPr>
          <a:lstStyle/>
          <a:p>
            <a:r>
              <a:rPr lang="en-US" sz="2400" dirty="0"/>
              <a:t>Charts: Line </a:t>
            </a:r>
            <a:r>
              <a:rPr lang="en-US" sz="2400" dirty="0" err="1"/>
              <a:t>Chart,Pie</a:t>
            </a:r>
            <a:r>
              <a:rPr lang="en-US" sz="2400" dirty="0"/>
              <a:t> &amp; Donut </a:t>
            </a:r>
            <a:r>
              <a:rPr lang="en-US" sz="2400" dirty="0" err="1"/>
              <a:t>Chart,Bar</a:t>
            </a:r>
            <a:r>
              <a:rPr lang="en-US" sz="2400" dirty="0"/>
              <a:t> Chart</a:t>
            </a:r>
          </a:p>
          <a:p>
            <a:r>
              <a:rPr lang="en-US" sz="2400" dirty="0"/>
              <a:t>Cards: KPI Measures</a:t>
            </a:r>
          </a:p>
          <a:p>
            <a:r>
              <a:rPr lang="en-US" sz="2400" dirty="0"/>
              <a:t>Scatterplot</a:t>
            </a:r>
          </a:p>
          <a:p>
            <a:r>
              <a:rPr lang="en-US" sz="2400" dirty="0"/>
              <a:t>Interactive Maps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374" y="421417"/>
            <a:ext cx="7076801" cy="1188720"/>
          </a:xfrm>
        </p:spPr>
        <p:txBody>
          <a:bodyPr/>
          <a:lstStyle/>
          <a:p>
            <a:r>
              <a:rPr dirty="0"/>
              <a:t>Dashboard Preview - Page 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F4573B-EFDC-3E3D-75ED-AB5AB6DC8E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50374" y="1917290"/>
            <a:ext cx="7076801" cy="45192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974" y="561569"/>
            <a:ext cx="7605559" cy="1188720"/>
          </a:xfrm>
        </p:spPr>
        <p:txBody>
          <a:bodyPr/>
          <a:lstStyle/>
          <a:p>
            <a:r>
              <a:rPr dirty="0"/>
              <a:t>Dashboard Preview - Page 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C6C32D-1515-4B75-C9D0-1EEAB5699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1973" y="1946787"/>
            <a:ext cx="7605559" cy="46499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Peak </a:t>
            </a:r>
            <a:r>
              <a:rPr lang="en-US" sz="2400" dirty="0"/>
              <a:t>A</a:t>
            </a:r>
            <a:r>
              <a:rPr sz="2400" dirty="0"/>
              <a:t>ccident hours identified</a:t>
            </a:r>
          </a:p>
          <a:p>
            <a:r>
              <a:rPr sz="2400" dirty="0"/>
              <a:t>High-risk regions found</a:t>
            </a:r>
          </a:p>
          <a:p>
            <a:r>
              <a:rPr sz="2400" dirty="0"/>
              <a:t>Patterns based on time and conditions</a:t>
            </a:r>
            <a:endParaRPr lang="en-US" sz="2400" dirty="0"/>
          </a:p>
          <a:p>
            <a:r>
              <a:rPr lang="en-IN" sz="2400" dirty="0"/>
              <a:t>Leading causes of accidents identified</a:t>
            </a:r>
            <a:endParaRPr lang="en-US" sz="2400" dirty="0"/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871" y="2638045"/>
            <a:ext cx="6931742" cy="3821749"/>
          </a:xfrm>
        </p:spPr>
        <p:txBody>
          <a:bodyPr>
            <a:noAutofit/>
          </a:bodyPr>
          <a:lstStyle/>
          <a:p>
            <a:r>
              <a:rPr lang="en-US" sz="2400" dirty="0"/>
              <a:t>Can be further enhanced using </a:t>
            </a:r>
            <a:r>
              <a:rPr sz="2400" dirty="0"/>
              <a:t>Real-time data</a:t>
            </a:r>
            <a:endParaRPr lang="en-US" sz="2400" dirty="0"/>
          </a:p>
          <a:p>
            <a:r>
              <a:rPr sz="2400" dirty="0"/>
              <a:t>Predictive analytics</a:t>
            </a:r>
            <a:r>
              <a:rPr lang="en-US" sz="2400" dirty="0"/>
              <a:t> through Machine Learning concepts such as CNN,RNN etc., can be used to identify and prevent future accidents.</a:t>
            </a:r>
            <a:endParaRPr sz="2400" dirty="0"/>
          </a:p>
          <a:p>
            <a:r>
              <a:rPr lang="en-US" sz="2400" dirty="0"/>
              <a:t>Enhanced g</a:t>
            </a:r>
            <a:r>
              <a:rPr sz="2400" dirty="0"/>
              <a:t>eographic mapping</a:t>
            </a:r>
            <a:r>
              <a:rPr lang="en-US" sz="2400" dirty="0"/>
              <a:t> can applied to identify future hotspots</a:t>
            </a: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0206" y="2638045"/>
            <a:ext cx="7157883" cy="3762755"/>
          </a:xfrm>
        </p:spPr>
        <p:txBody>
          <a:bodyPr>
            <a:normAutofit/>
          </a:bodyPr>
          <a:lstStyle/>
          <a:p>
            <a:r>
              <a:rPr lang="en-US" sz="2400" dirty="0"/>
              <a:t>By leveraging tools like Excel and Power BI, the dashboard effectively highlights accident trends, high-risk areas, and key contributing factors.</a:t>
            </a:r>
          </a:p>
          <a:p>
            <a:r>
              <a:rPr lang="en-US" sz="2400" dirty="0"/>
              <a:t>The insights derived from this analysis can assist authorities, policymakers, and stakeholders in making informed decisions to reduce accidents and improve road safety measures.</a:t>
            </a:r>
          </a:p>
          <a:p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53</TotalTime>
  <Words>390</Words>
  <Application>Microsoft Office PowerPoint</Application>
  <PresentationFormat>On-screen Show (4:3)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Road Accident Analysis and Risk Assessment Dashboard</vt:lpstr>
      <vt:lpstr>Project Overview</vt:lpstr>
      <vt:lpstr>Problem Statement</vt:lpstr>
      <vt:lpstr>Dataset Information</vt:lpstr>
      <vt:lpstr>Tools &amp; Technologies</vt:lpstr>
      <vt:lpstr>Data Cleaning &amp; Transformation</vt:lpstr>
      <vt:lpstr>Dashboard Overview</vt:lpstr>
      <vt:lpstr>Dashboard Preview - Page 1</vt:lpstr>
      <vt:lpstr>Dashboard Preview - Page 2</vt:lpstr>
      <vt:lpstr>Key Insights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Sudharsan Raamakrishnan</cp:lastModifiedBy>
  <cp:revision>4</cp:revision>
  <dcterms:created xsi:type="dcterms:W3CDTF">2013-01-27T09:14:16Z</dcterms:created>
  <dcterms:modified xsi:type="dcterms:W3CDTF">2026-04-27T12:43:57Z</dcterms:modified>
  <cp:category/>
</cp:coreProperties>
</file>